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Medical Insurance Cost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Your Name</a:t>
            </a:r>
          </a:p>
          <a:p>
            <a:r>
              <a:t>Nov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Predict insurance charges using regression techniques</a:t>
            </a:r>
          </a:p>
          <a:p>
            <a:r>
              <a:t>- Data analysis, visualization, and ML modeling</a:t>
            </a:r>
          </a:p>
          <a:p>
            <a:r>
              <a:t>- Compare Linear, Ridge, and Lasso regression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Synthetic dataset derived from typical insurance data</a:t>
            </a:r>
          </a:p>
          <a:p>
            <a:r>
              <a:t>- 1,338 records, 7 columns (age, sex, bmi, children, smoker, region, charges)</a:t>
            </a:r>
          </a:p>
          <a:p>
            <a:r>
              <a:t>- Target: charges (medical cost)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Columns: int, float, categorical</a:t>
            </a:r>
          </a:p>
          <a:p>
            <a:r>
              <a:t>- No missing data</a:t>
            </a:r>
          </a:p>
          <a:p>
            <a:r>
              <a:t>- Show head() and describe() table (see notebook)</a:t>
            </a:r>
          </a:p>
          <a:p>
            <a:r>
              <a:t>- Example: Mean age, avg BMI, min/max charges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[Insert: Correlation heatmap, pairplot screenshots from notebook]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One-hot encoding for categorical values (sex, smoker, region)</a:t>
            </a:r>
          </a:p>
          <a:p>
            <a:r>
              <a:t>- Feature scaling (StandardScaler)</a:t>
            </a:r>
          </a:p>
          <a:p>
            <a:r>
              <a:t>- Reason: Many ML models require all numeric, similar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- 80/20 train-test split</a:t>
            </a:r>
          </a:p>
          <a:p>
            <a:r>
              <a:t>- Trained Linear, Ridge, Lasso regressors</a:t>
            </a:r>
          </a:p>
          <a:p>
            <a:r>
              <a:t>- Used sklearn library for all models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4572000" cy="745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Arial"/>
              </a:defRPr>
            </a:pPr>
            <a:r>
              <a:t>Predicts charges as a weighted sum of features. Most basic regression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Ridge Regression (L2)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4572000" cy="1110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Arial"/>
              </a:defRPr>
            </a:pPr>
            <a:r>
              <a:t>Adds penalty for large weights to help generalization (L2 regularization).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Lasso Regression (L1)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4572000" cy="1084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Arial"/>
              </a:defRPr>
            </a:pPr>
            <a:r>
              <a:t>Penalty on absolute value of weights (can shrink some coefficients to zero).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Metrics: RMSE, R²</a:t>
            </a:r>
          </a:p>
          <a:p>
            <a:r>
              <a:t>- All models performed similarly</a:t>
            </a:r>
          </a:p>
          <a:p>
            <a:r>
              <a:t>- Linear: RMSE ~ 3,153 | R² ~ 0.88</a:t>
            </a:r>
          </a:p>
          <a:p>
            <a:r>
              <a:t>- Ridge:  RMSE ~ 3,152 | R² ~ 0.88</a:t>
            </a:r>
          </a:p>
          <a:p>
            <a:r>
              <a:t>- Lasso:  RMSE ~ 3,153 | R² ~ 0.88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4572000" cy="8144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latin typeface="Arial"/>
              </a:defRPr>
            </a:pPr>
            <a:r>
              <a:t>Lower RMSE means better fit. R² close to 1 means high explanatory power.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Largest coefficients from Linear model indicate most important features</a:t>
            </a:r>
          </a:p>
          <a:p>
            <a:r>
              <a:t>- Smoking, age, and BMI had largest positive effect on charges</a:t>
            </a:r>
          </a:p>
          <a:p>
            <a:r>
              <a:t>[Insert: Screenshot/table of coefficients from notebook]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Residual = Actual - Predicted</a:t>
            </a:r>
          </a:p>
          <a:p>
            <a:r>
              <a:t>- Plot shows most residuals near zero (good fit)</a:t>
            </a:r>
          </a:p>
          <a:p>
            <a:r>
              <a:t>[Insert: Residual plot from notebook]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Input: age=40, bmi=28, children=2, male, smoker, southeast</a:t>
            </a:r>
          </a:p>
          <a:p>
            <a:r>
              <a:t>- Predicted charges: ₹ 41,598.94</a:t>
            </a:r>
          </a:p>
          <a:p>
            <a:r>
              <a:t>[Show prediction output]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Regression models can predict charges reliably</a:t>
            </a:r>
          </a:p>
          <a:p>
            <a:r>
              <a:t>- Most impactful: smoking, age, BMI</a:t>
            </a:r>
          </a:p>
          <a:p>
            <a:r>
              <a:t>- Solid baseline, extendable with more features/data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Try advanced models: Random Forest, XGBoost</a:t>
            </a:r>
          </a:p>
          <a:p>
            <a:r>
              <a:t>- Tune hyperparameters</a:t>
            </a:r>
          </a:p>
          <a:p>
            <a:r>
              <a:t>- Use real-world datasets</a:t>
            </a:r>
          </a:p>
          <a:p>
            <a:r>
              <a:t>- Enrich feature engineering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Open for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